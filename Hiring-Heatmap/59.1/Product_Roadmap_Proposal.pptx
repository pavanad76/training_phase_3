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C784"/>
    <a:srgbClr val="64B5F6"/>
    <a:srgbClr val="FFE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B6FD-B273-0B15-E71F-A699AD380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0D390-28D6-5AB3-3096-3231DF114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A677-C79D-1C82-88B8-7666E77A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D6BD5-8A56-F104-5D6E-D0CECB18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6F70D-FDCA-CB3D-7327-8056679D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9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9C9C-8CAC-7F26-1CFD-298D3A1B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4CF1-73D3-E192-FC24-BAF10A539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2474-B1B1-C531-2F84-C9CDA32F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2C05-7BA5-CD20-AFC3-B6786817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739AE-5B63-7CEE-04DC-E2EC4206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29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E16E-2869-A215-5B05-6AB86B71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6B639-49C2-C27C-9252-19A99FBB7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F093-F78E-0C31-FE8B-D362E4C2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73ABC-0B95-F42A-0D32-8750F0B6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EE1B8-37A2-119F-9E5C-C0B42466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35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D7194-1129-CDCF-F101-EDE6CDFB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75F6-DECA-0F14-EC4C-DB8A8B3F4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0C36C-A505-3808-E000-9659AF08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86892-07A9-9750-0439-0F571D8F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870A4-ACB4-99EC-3212-5000A37B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55D16-FB79-B79C-AB30-6804862A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9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6A51-034A-9ED3-0CEC-FA9FC9A2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78D86-2D26-2796-B7C2-5C19A3190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20526-FC58-0A44-63E0-32A97EEA5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C9CE9-6BF5-6ECD-EACD-05DCA1DF4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6BD36-3451-1160-E68F-497A5633E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FAAC2-3060-131D-4B10-63ED36ED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6BCA9-4040-C339-523A-00CC86E2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32D49-91CF-F9DC-292A-B788B890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89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FCC8-866C-289C-DD81-D6A4346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B86EF-141D-26B0-06C6-A1E7F728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3503C-3A01-A4B0-AA93-A8E7E55A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B75B1-0FD0-7930-3C41-3212AD17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35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95FE4-5283-D6B7-1BEB-5C046817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BDB78-9323-5704-51AA-D7509885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D9C60-102E-F9CC-5084-DD30272A9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469B-2267-9C41-C8DE-1EDE7FD4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F42E-BEB6-709C-C3C5-677AD1F2F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F2FED-B8E6-D8C6-CA51-422C4869E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78389-3D2B-17DD-8E7F-BC3CEB69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42CA6-AF32-17EC-A83E-01B9A410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011F9-7E1A-74AE-99D2-1AB7E0F7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02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1B26-E8B5-E195-6C99-7E5819F6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9B6CF-A7DF-FCA5-FF33-57DD64EE9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001FD-B8EA-A76F-FB66-2AF8F7F98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B1D89-B228-7955-FF29-5F0DB373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707E4-28D6-6384-840B-EF23B41D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19343-548C-241C-62EC-8E896AEB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06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F30F-ED60-BE8C-A522-466F49F33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98549-079D-8DB9-41F2-3C272C843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39E58-8378-D803-1F7C-A909EEC8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C752F-7032-C291-5A65-5BB3185D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9AA4C-6CA1-A639-AD57-006453C2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1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27654-A5D8-9AC4-3B17-FACE8AE4E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88B0E-CFDD-0B14-F1C4-9CCDF9D4C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E7B27-2F7F-2EA2-ED5B-7ACBD1A7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2C62A-402D-953D-63BA-00F1D2C2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CE838-86CC-3D7C-8B75-63DD3249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9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74764-48E5-CE7F-4A01-2A0D7BDAA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AD8FB-6792-4F23-3BFF-DC97A1000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6C38E-2B5E-9BD2-B49F-6DAD26B0D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48773-74C4-45C6-A19E-172B43E54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38376-9A93-0282-4F68-37079944F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3ED0-1BC7-C4F6-0F41-B2D681009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E5C62-BF1A-4803-8625-065439903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7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1A91A4-D7AC-A1CF-F8A4-3F324B2EEE29}"/>
              </a:ext>
            </a:extLst>
          </p:cNvPr>
          <p:cNvSpPr/>
          <p:nvPr/>
        </p:nvSpPr>
        <p:spPr>
          <a:xfrm rot="21390740">
            <a:off x="697990" y="685800"/>
            <a:ext cx="2999232" cy="5486400"/>
          </a:xfrm>
          <a:prstGeom prst="roundRect">
            <a:avLst/>
          </a:prstGeom>
          <a:solidFill>
            <a:srgbClr val="FFEB3B"/>
          </a:solidFill>
          <a:ln>
            <a:noFill/>
          </a:ln>
          <a:effectLst>
            <a:outerShdw blurRad="1016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Role Search</a:t>
            </a:r>
          </a:p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(problem: difficulty finding roles)</a:t>
            </a:r>
          </a:p>
          <a:p>
            <a:pPr algn="ctr"/>
            <a:endParaRPr lang="en-US" sz="1200" dirty="0">
              <a:solidFill>
                <a:schemeClr val="bg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6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Heatmap Visualization</a:t>
            </a:r>
          </a:p>
          <a:p>
            <a:pPr algn="ctr"/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visual way to understand job demand)</a:t>
            </a:r>
          </a:p>
          <a:p>
            <a:pPr algn="ctr"/>
            <a:endParaRPr lang="en-US" sz="1200" b="1" dirty="0">
              <a:solidFill>
                <a:schemeClr val="bg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6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Export Report</a:t>
            </a:r>
          </a:p>
          <a:p>
            <a:pPr algn="ctr"/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Analysts need shareable insights for decision-making)</a:t>
            </a:r>
          </a:p>
          <a:p>
            <a:pPr algn="ctr"/>
            <a:endParaRPr lang="en-US" sz="1200" b="1" dirty="0">
              <a:solidFill>
                <a:schemeClr val="bg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6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Job Alerts</a:t>
            </a:r>
            <a:br>
              <a:rPr lang="en-IN" sz="16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drop off due to lack of engagement)</a:t>
            </a:r>
            <a:endParaRPr lang="en-IN" sz="1600" b="1" dirty="0">
              <a:solidFill>
                <a:schemeClr val="bg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CA70F1-8A47-633B-321E-1D0DCC4AA3AE}"/>
              </a:ext>
            </a:extLst>
          </p:cNvPr>
          <p:cNvSpPr/>
          <p:nvPr/>
        </p:nvSpPr>
        <p:spPr>
          <a:xfrm rot="243502">
            <a:off x="4596384" y="669424"/>
            <a:ext cx="2999232" cy="5486400"/>
          </a:xfrm>
          <a:prstGeom prst="roundRect">
            <a:avLst/>
          </a:prstGeom>
          <a:solidFill>
            <a:srgbClr val="64B5F6"/>
          </a:solidFill>
          <a:ln>
            <a:noFill/>
          </a:ln>
          <a:effectLst>
            <a:outerShdw blurRad="1016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Skill Insights</a:t>
            </a:r>
          </a:p>
          <a:p>
            <a:pPr algn="ctr"/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(Job seekers don’t know which skills are in high demand)</a:t>
            </a:r>
          </a:p>
          <a:p>
            <a:pPr algn="ctr"/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Company Comparison</a:t>
            </a:r>
          </a:p>
          <a:p>
            <a:pPr algn="ctr"/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Hard to compare hiring demand across companies)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6CAD60-BF41-AAE5-A0E0-FC9794019249}"/>
              </a:ext>
            </a:extLst>
          </p:cNvPr>
          <p:cNvSpPr/>
          <p:nvPr/>
        </p:nvSpPr>
        <p:spPr>
          <a:xfrm rot="21312639">
            <a:off x="8494778" y="685800"/>
            <a:ext cx="2999232" cy="5486400"/>
          </a:xfrm>
          <a:prstGeom prst="roundRect">
            <a:avLst/>
          </a:prstGeom>
          <a:solidFill>
            <a:srgbClr val="81C784"/>
          </a:solidFill>
          <a:ln>
            <a:noFill/>
          </a:ln>
          <a:effectLst>
            <a:outerShdw blurRad="1016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Personalized Dashboard</a:t>
            </a:r>
            <a:b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need tailored insights)</a:t>
            </a:r>
          </a:p>
          <a:p>
            <a:pPr algn="ctr"/>
            <a:endParaRPr lang="en-IN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  <a:p>
            <a:pPr algn="ctr"/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can’t discover new opportunities automatically)</a:t>
            </a:r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A9B98C-2576-5F26-48B8-6E17BD9884EC}"/>
              </a:ext>
            </a:extLst>
          </p:cNvPr>
          <p:cNvSpPr txBox="1"/>
          <p:nvPr/>
        </p:nvSpPr>
        <p:spPr>
          <a:xfrm rot="21395020">
            <a:off x="992275" y="877107"/>
            <a:ext cx="2040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NOW (0–3 months)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CD3E5-2F65-B514-1D2C-BA901CCB0EDF}"/>
              </a:ext>
            </a:extLst>
          </p:cNvPr>
          <p:cNvSpPr txBox="1"/>
          <p:nvPr/>
        </p:nvSpPr>
        <p:spPr>
          <a:xfrm rot="225901">
            <a:off x="5272711" y="871443"/>
            <a:ext cx="2050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 (3–6 months)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F38E6-C803-97E0-5282-5DD272718905}"/>
              </a:ext>
            </a:extLst>
          </p:cNvPr>
          <p:cNvSpPr txBox="1"/>
          <p:nvPr/>
        </p:nvSpPr>
        <p:spPr>
          <a:xfrm rot="21311942">
            <a:off x="8653570" y="871442"/>
            <a:ext cx="22379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LATER (6–12 months)</a:t>
            </a:r>
          </a:p>
        </p:txBody>
      </p:sp>
    </p:spTree>
    <p:extLst>
      <p:ext uri="{BB962C8B-B14F-4D97-AF65-F5344CB8AC3E}">
        <p14:creationId xmlns:p14="http://schemas.microsoft.com/office/powerpoint/2010/main" val="138863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R V</dc:creator>
  <cp:lastModifiedBy>Pavan R V</cp:lastModifiedBy>
  <cp:revision>10</cp:revision>
  <dcterms:created xsi:type="dcterms:W3CDTF">2025-12-01T04:02:18Z</dcterms:created>
  <dcterms:modified xsi:type="dcterms:W3CDTF">2025-12-01T04:24:36Z</dcterms:modified>
</cp:coreProperties>
</file>