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A1A86-2A2E-3FDD-D1C8-113D84C41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8BF31A-2BB6-E0A3-0133-E728962B8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DD18D-BAFA-0403-1FFB-BE39367BA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9276-E1FC-44E3-A7DD-33CF03C9668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72CC0-34E8-4045-22E6-8268FC69B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29856-5A93-A7A0-CD05-7C21341C0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1166B-868D-48F4-8306-7AB66CB8B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432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A300A-FFD0-36D1-4152-D1635E5E0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C2D42-C2EF-D606-FB23-81C78377C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DFBDF-D7E3-BA3D-8F4B-9923EB4FA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9276-E1FC-44E3-A7DD-33CF03C9668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E9C45-C1D8-957A-4AA4-E5A4D4FE2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8B7E8-BB2C-7C57-1BAE-14AB5BA3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1166B-868D-48F4-8306-7AB66CB8B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521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639D7-6C7C-963F-9390-8DF191BDC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6E20D-8C45-DE7E-3E00-55D3A883C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3DC9B-1298-DDA9-30FB-D43104365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9276-E1FC-44E3-A7DD-33CF03C9668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6418A-F253-7B9E-2631-1B6E967FC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E79FD-C2DC-66A8-9591-95FDAE3E5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1166B-868D-48F4-8306-7AB66CB8B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984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790E1-8182-5B2C-52F8-C29E9EAC5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40FEE-AE81-D235-7051-0C1090D531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14ADBB-0618-89B0-2CA4-5CDEDFB1B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756CF-BFB6-3F4E-8BA4-F37C21126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9276-E1FC-44E3-A7DD-33CF03C9668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5567E3-BD47-6419-2283-77F470356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C4BF1-842B-331C-BA26-97E248C35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1166B-868D-48F4-8306-7AB66CB8B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619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7D599-3103-298B-0179-2E555BB37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150BB-44FC-920C-CA15-09B92F90C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4DC97-E78D-7833-FCEC-F5F533E7A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57B7EE-27E1-3C6A-00AC-81E7E0D31B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81DB92-6CE2-5F3B-93D8-0DCBC517A8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9F081-299E-983D-4EB5-1B5C4243A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9276-E1FC-44E3-A7DD-33CF03C9668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5A9FFF-F3B5-1068-8E8B-2E91140D5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C4D800-5BED-6CCA-58C9-B42027FD3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1166B-868D-48F4-8306-7AB66CB8B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027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36F07-D9B1-B711-995C-EBA63AAB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A9716A-5EC0-63B3-D82C-9BDDD3E43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9276-E1FC-44E3-A7DD-33CF03C9668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C64767-89AF-4F27-687D-D60B930D3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5A0202-0740-9029-3153-47EAFA2D4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1166B-868D-48F4-8306-7AB66CB8B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36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C1688-D734-BBF3-0548-B0A066683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9276-E1FC-44E3-A7DD-33CF03C9668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5E995A-7797-4712-5E33-D16525E5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AC58D-7EDE-2AA5-5860-6F8AAD514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1166B-868D-48F4-8306-7AB66CB8B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05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0657F-AB09-DCF4-8AFA-0395C74B9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4F556-9194-8263-5D05-56A5A9110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517E49-6F76-4D04-5BF3-008535510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A9019-4FB9-1C92-F7C4-F2433500A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9276-E1FC-44E3-A7DD-33CF03C9668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31508-1CD9-2D2B-47EF-5F6515310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6BAB5-4D9D-F3A0-402D-DB1795C34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1166B-868D-48F4-8306-7AB66CB8B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745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973A3-8365-8E76-63EA-A13F0EE00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106933-5C9B-C33D-742B-EFAEF7265E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293405-181D-58BD-76A5-55C8E50D1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8EE85-ABEB-D53B-66C7-EA5844FAB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9276-E1FC-44E3-A7DD-33CF03C9668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47BD13-466F-024E-A6A9-310A9297E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AC4FD-3E39-CA4D-49AF-32A079DF0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1166B-868D-48F4-8306-7AB66CB8B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901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FC873-556F-45AA-0185-902C5413B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768FE6-80C5-09B8-E1A5-FE88C7A136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0BCF0-646A-B9CE-4844-9A66C9B3E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9276-E1FC-44E3-A7DD-33CF03C9668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B9002-9FBB-F23F-822F-7163E9973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F2C1A-F311-EC5E-C5C9-28077AF2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1166B-868D-48F4-8306-7AB66CB8B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984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D11A13-970B-D306-6D5E-15D23CF49D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4EBF3A-A58F-209B-D19D-18144B79F0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5CE43-0F58-D316-C2E2-6FB923F01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9276-E1FC-44E3-A7DD-33CF03C9668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DFB02-EC97-CA7E-AA00-8CE9E63D6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89881-6440-730E-BF77-77376C11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1166B-868D-48F4-8306-7AB66CB8B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822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01671B-F192-0D0C-D2C4-A224DAB50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DE77D-DF43-8D96-11D9-693001148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A5BD7-0E52-13C5-3022-13D22D6952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49276-E1FC-44E3-A7DD-33CF03C9668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17145-4355-89B7-76B5-800A71B53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BB99D-C212-3C56-B88C-9F7B9E8389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1166B-868D-48F4-8306-7AB66CB8B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312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FC544-5069-B195-71A3-62446D440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01752"/>
            <a:ext cx="12192000" cy="769112"/>
          </a:xfrm>
        </p:spPr>
        <p:txBody>
          <a:bodyPr>
            <a:normAutofit/>
          </a:bodyPr>
          <a:lstStyle/>
          <a:p>
            <a:r>
              <a:rPr lang="en-US" sz="4000" dirty="0"/>
              <a:t>Massive Market Opportunity With Clear Revenue Path</a:t>
            </a:r>
            <a:endParaRPr lang="en-IN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430424-6ECB-1049-B064-D932575312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49" y="1345184"/>
            <a:ext cx="8245206" cy="51023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9CF0B65-F1EA-FE71-C318-FFB3339D3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505" y="1997839"/>
            <a:ext cx="325526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TAM of $8.6B globally with a reachable SOM of $13M in 3 years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Even capturing &lt;1% of SAM drives meaningful revenue growth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Strong economic justification for investment and scaling</a:t>
            </a:r>
          </a:p>
        </p:txBody>
      </p:sp>
    </p:spTree>
    <p:extLst>
      <p:ext uri="{BB962C8B-B14F-4D97-AF65-F5344CB8AC3E}">
        <p14:creationId xmlns:p14="http://schemas.microsoft.com/office/powerpoint/2010/main" val="4282340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B9FA6-B02E-61CD-C37E-8E521A9B3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0495"/>
            <a:ext cx="12192000" cy="767144"/>
          </a:xfrm>
        </p:spPr>
        <p:txBody>
          <a:bodyPr/>
          <a:lstStyle/>
          <a:p>
            <a:pPr algn="ctr"/>
            <a:r>
              <a:rPr lang="en-US" dirty="0"/>
              <a:t>High-Value Segments Drive Revenue Efficiency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FC8D92-96BF-9B17-74C1-4F193AEC8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36" y="1205478"/>
            <a:ext cx="7223775" cy="5379731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761A9DC-F2EB-D15D-8216-7E27112A2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2240" y="2274838"/>
            <a:ext cx="384962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Largest customer segment also shows highest predicted LTV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Prioritizing this group increases retention &amp; monetization efficiency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Segment-based strategy supports fast sustainable scaling</a:t>
            </a:r>
          </a:p>
        </p:txBody>
      </p:sp>
    </p:spTree>
    <p:extLst>
      <p:ext uri="{BB962C8B-B14F-4D97-AF65-F5344CB8AC3E}">
        <p14:creationId xmlns:p14="http://schemas.microsoft.com/office/powerpoint/2010/main" val="1138326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58FC3-2F02-A60B-5055-04BE0F22C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7744"/>
            <a:ext cx="12192000" cy="69399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Engaged Users Show Strong Product-Market Fit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FE1FF8-EC11-AB36-D55F-87D78F0D3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080" y="1463041"/>
            <a:ext cx="7708416" cy="477622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A6DDE39-382F-8819-C3BF-380A27DBB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2752" y="1997839"/>
            <a:ext cx="330098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segments interact with the product 3–5× more frequently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Indicates strong adoption behavior and real workflow dependence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Engagement depth creates defensibility &amp; switching cost</a:t>
            </a:r>
          </a:p>
        </p:txBody>
      </p:sp>
    </p:spTree>
    <p:extLst>
      <p:ext uri="{BB962C8B-B14F-4D97-AF65-F5344CB8AC3E}">
        <p14:creationId xmlns:p14="http://schemas.microsoft.com/office/powerpoint/2010/main" val="1432471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6682C-5079-9534-7B9B-47F09934D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0325"/>
            <a:ext cx="12192000" cy="721424"/>
          </a:xfrm>
        </p:spPr>
        <p:txBody>
          <a:bodyPr/>
          <a:lstStyle/>
          <a:p>
            <a:r>
              <a:rPr lang="en-US" dirty="0"/>
              <a:t>Efficient Growth with Improving Unit Economics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AC20A9-56DA-AA1D-D820-808093EE3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32" y="1435609"/>
            <a:ext cx="7816305" cy="482956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60F8AB9-566B-9171-7882-472B993D5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4388" y="2274838"/>
            <a:ext cx="338328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Revenue beginning to separate from marketing cost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Demonstrates efficient CAC recovery path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Supports scalable &amp; profitable growth strategy</a:t>
            </a:r>
          </a:p>
        </p:txBody>
      </p:sp>
    </p:spTree>
    <p:extLst>
      <p:ext uri="{BB962C8B-B14F-4D97-AF65-F5344CB8AC3E}">
        <p14:creationId xmlns:p14="http://schemas.microsoft.com/office/powerpoint/2010/main" val="1363113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9EC0C-B444-006D-F5C9-5A6C736BB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2296" y="365125"/>
            <a:ext cx="12356592" cy="713867"/>
          </a:xfrm>
        </p:spPr>
        <p:txBody>
          <a:bodyPr/>
          <a:lstStyle/>
          <a:p>
            <a:r>
              <a:rPr lang="en-US" dirty="0"/>
              <a:t>Data-Driven Roadmap Aligned With Revenue Potential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E3FACB-D31E-29F0-533A-85573EDC9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15" y="1526155"/>
            <a:ext cx="8122529" cy="4810638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8A5CDC6-CA6C-1421-0A1B-11CD95F9A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0224" y="2638812"/>
            <a:ext cx="286207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Feature roadmap based on LTV and impact prioritization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Focused execution plan accelerates monetization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Clear phased GTM approach</a:t>
            </a:r>
          </a:p>
        </p:txBody>
      </p:sp>
    </p:spTree>
    <p:extLst>
      <p:ext uri="{BB962C8B-B14F-4D97-AF65-F5344CB8AC3E}">
        <p14:creationId xmlns:p14="http://schemas.microsoft.com/office/powerpoint/2010/main" val="3768454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160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Massive Market Opportunity With Clear Revenue Path</vt:lpstr>
      <vt:lpstr>High-Value Segments Drive Revenue Efficiency</vt:lpstr>
      <vt:lpstr>Engaged Users Show Strong Product-Market Fit</vt:lpstr>
      <vt:lpstr>Efficient Growth with Improving Unit Economics</vt:lpstr>
      <vt:lpstr>Data-Driven Roadmap Aligned With Revenue Potential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R V</dc:creator>
  <cp:lastModifiedBy>Pavan R V</cp:lastModifiedBy>
  <cp:revision>12</cp:revision>
  <dcterms:created xsi:type="dcterms:W3CDTF">2025-12-01T16:16:27Z</dcterms:created>
  <dcterms:modified xsi:type="dcterms:W3CDTF">2025-12-01T16:33:19Z</dcterms:modified>
</cp:coreProperties>
</file>