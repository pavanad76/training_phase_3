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2A314-05B0-072A-2F67-4086D31BA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2ED9C-AD73-94FC-68B1-F431F164F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7FA0-B28F-A800-3337-DCB50959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A47-FCF0-47A3-801D-5F757D13A91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2CE7D-CA79-EADA-151E-09FEF08F3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5331E-A82D-3320-3411-FCE13735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D3BE-5CE9-4CB2-BD8A-973807CEA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516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D533D-20A3-4CEF-88A3-18B27937B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6F3DF-D2CF-2CF0-4C4B-5320157A6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DA0CB-6AB2-9CBE-4A46-CF7F068C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A47-FCF0-47A3-801D-5F757D13A91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0189A-7DCC-5620-E68A-D09DC206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5402E-24DF-1A30-D8DC-90FAAE925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D3BE-5CE9-4CB2-BD8A-973807CEA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17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AB537-5124-42C9-B2CF-607CA2FA5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C2D5C-15E9-A337-6B35-A96FB7988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15A13-1FE9-6537-56A3-DE059CF4E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A47-FCF0-47A3-801D-5F757D13A91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4A923-63D9-8C11-66D9-893E2932E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0F79B-E770-3129-05B1-3B568E95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D3BE-5CE9-4CB2-BD8A-973807CEA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6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F779-B661-FA98-33C5-C8838BFA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AED45-F8C4-4471-599E-9BCECA65EF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B1F4F-B4E5-33D1-68F0-60A68B50E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74E7F-7DC2-A7D9-366A-E509BCA2A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A47-FCF0-47A3-801D-5F757D13A91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D9ED1-D746-CAB1-785F-6C5B1520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764F1-3BBC-6AA0-0438-457E52F8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D3BE-5CE9-4CB2-BD8A-973807CEA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791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2ECBA-D2C4-37C9-34B4-B07F6E54B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8AE74-DB38-BDF1-DF78-4FE02FF7F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8503F-99C0-3D8A-F381-394E17A33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340EA5-164F-A673-FDB1-8FD80E88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58C84-AEB5-4CDB-CEA6-E32588DEC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5F2A7A-2284-222A-2B39-25018C99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A47-FCF0-47A3-801D-5F757D13A91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685E8-82EE-C2A9-53C3-7EA044B2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1FA30A-8DF9-7731-B210-6C61B1F1F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D3BE-5CE9-4CB2-BD8A-973807CEA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333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0D512-6B9C-D1F1-496D-0965909D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6B50B0-8297-4EB6-4D6F-F40931D9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A47-FCF0-47A3-801D-5F757D13A91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5465E-3BCA-4B0C-28AE-DFB40BE9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81079-C4B1-6E1F-0379-3F080964D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D3BE-5CE9-4CB2-BD8A-973807CEA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23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24E163-4609-6944-059E-FF970327F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A47-FCF0-47A3-801D-5F757D13A91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2A2CF-A66F-1AA2-B1A3-0D87B6274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E352C-8DFC-EE5A-65F9-EDA0613D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D3BE-5CE9-4CB2-BD8A-973807CEA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1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B7BB-F88E-A575-952B-0ABC80A18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B1010-79CD-BEE4-4736-54E406D16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48CDB-1A39-ACF6-4706-E50A2F3EC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C4DCA-9827-1E65-55D0-A3B3B23D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A47-FCF0-47A3-801D-5F757D13A91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C8341-E03E-D5E9-E4BF-C0090DE47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AD993-BB20-22A5-5722-B608D15F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D3BE-5CE9-4CB2-BD8A-973807CEA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7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E623C-A8BB-1849-64E5-5E34E9DE9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8430F-D145-B521-6A7A-0A67B3F2BF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B3F10-EAB6-3072-EEB1-CE461D50B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D3F3E-43B7-F685-14EF-76A073B24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A47-FCF0-47A3-801D-5F757D13A91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F6700-F400-2B89-B6A9-DAF1CE43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88D62-FAB3-1606-3087-934DC746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D3BE-5CE9-4CB2-BD8A-973807CEA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368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7A522-BFE7-0504-F92B-CAF8E69CA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99577-CEAA-5F6D-C8C8-D1334F173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22E93-C335-6D6A-4754-1C3F8ED2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A47-FCF0-47A3-801D-5F757D13A91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E3D3E-CD2A-7C32-2D77-0863036B5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89D25-219E-6C6F-7497-8518AF04D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D3BE-5CE9-4CB2-BD8A-973807CEA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9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0F15C8-8114-E487-541A-512172050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EB4C2-76CA-A17D-8ED8-7F528CA86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E1C82-2069-96A2-00CC-4DAE8912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A47-FCF0-47A3-801D-5F757D13A91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61FBE-EBDD-EB0A-4F10-E28A7C14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4494B-16A4-EB01-D402-60FEB73C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D3BE-5CE9-4CB2-BD8A-973807CEA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39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C9EA95-524E-BFB2-C90E-5FCA74A6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53A97-D48F-5E8E-0736-8E8DFC878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54C3E-4506-547A-EFFD-439B0201A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EBA47-FCF0-47A3-801D-5F757D13A91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7A7DF-7CA3-D3CD-33FF-61D3DA5DF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2A890-C160-E754-5E42-117DFA750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2D3BE-5CE9-4CB2-BD8A-973807CEAB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78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0300-AFBD-8460-4D4B-67D41CC7D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848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Hiring Heatmap – Final Project Handover Presentation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52878-A81B-2B21-5A4F-AEF299E72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6086"/>
            <a:ext cx="9144000" cy="1655762"/>
          </a:xfrm>
        </p:spPr>
        <p:txBody>
          <a:bodyPr/>
          <a:lstStyle/>
          <a:p>
            <a:r>
              <a:rPr lang="en-IN" b="1" dirty="0">
                <a:cs typeface="Segoe UI" panose="020B0502040204020203" pitchFamily="34" charset="0"/>
              </a:rPr>
              <a:t>Data Analyst Intern – Syncner</a:t>
            </a:r>
            <a:br>
              <a:rPr lang="en-IN" b="1" dirty="0">
                <a:cs typeface="Segoe UI" panose="020B0502040204020203" pitchFamily="34" charset="0"/>
              </a:rPr>
            </a:br>
            <a:r>
              <a:rPr lang="en-IN" b="1" dirty="0">
                <a:cs typeface="Segoe UI" panose="020B0502040204020203" pitchFamily="34" charset="0"/>
              </a:rPr>
              <a:t>Presented by: Pavan R V</a:t>
            </a:r>
          </a:p>
        </p:txBody>
      </p:sp>
    </p:spTree>
    <p:extLst>
      <p:ext uri="{BB962C8B-B14F-4D97-AF65-F5344CB8AC3E}">
        <p14:creationId xmlns:p14="http://schemas.microsoft.com/office/powerpoint/2010/main" val="2574493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4AE3-9477-1061-447A-B9EE56F16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D44B9-4920-3322-EFFD-212508C5A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/>
              <a:t>Goal</a:t>
            </a:r>
            <a:endParaRPr lang="en-US" dirty="0"/>
          </a:p>
          <a:p>
            <a:pPr algn="just"/>
            <a:r>
              <a:rPr lang="en-US" dirty="0"/>
              <a:t>Build an end-to-end analytics framework supporting Hiring Heatmap product decisions.</a:t>
            </a:r>
          </a:p>
          <a:p>
            <a:pPr marL="0" indent="0" algn="just">
              <a:buNone/>
            </a:pPr>
            <a:r>
              <a:rPr lang="en-US" b="1" dirty="0"/>
              <a:t>Problem Statement</a:t>
            </a:r>
            <a:endParaRPr lang="en-US" dirty="0"/>
          </a:p>
          <a:p>
            <a:pPr algn="just"/>
            <a:r>
              <a:rPr lang="en-US" dirty="0"/>
              <a:t>Job seekers, companies, and recruiters lack visibility into real-time hiring demand &amp; skill trends.</a:t>
            </a:r>
          </a:p>
          <a:p>
            <a:pPr algn="just"/>
            <a:r>
              <a:rPr lang="en-US" dirty="0"/>
              <a:t>Companies struggle to benchmark hiring competitiveness and identify talent supply gaps.</a:t>
            </a:r>
          </a:p>
          <a:p>
            <a:pPr marL="0" indent="0" algn="just">
              <a:buNone/>
            </a:pPr>
            <a:r>
              <a:rPr lang="en-US" b="1" dirty="0"/>
              <a:t>Project Scope </a:t>
            </a:r>
          </a:p>
          <a:p>
            <a:pPr algn="just"/>
            <a:r>
              <a:rPr lang="en-US" dirty="0"/>
              <a:t>Market intelligence, product analytics, segmentation modeling, dashboards, investor storytelling.</a:t>
            </a:r>
          </a:p>
        </p:txBody>
      </p:sp>
    </p:spTree>
    <p:extLst>
      <p:ext uri="{BB962C8B-B14F-4D97-AF65-F5344CB8AC3E}">
        <p14:creationId xmlns:p14="http://schemas.microsoft.com/office/powerpoint/2010/main" val="1370754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04E98-432F-B4F9-B285-0BBC6C87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7733"/>
            <a:ext cx="10515600" cy="1325563"/>
          </a:xfrm>
        </p:spPr>
        <p:txBody>
          <a:bodyPr/>
          <a:lstStyle/>
          <a:p>
            <a:r>
              <a:rPr lang="en-IN" dirty="0"/>
              <a:t>Key Deliverables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BA2B15A-206B-4CE0-482D-06A77BF11A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4720157"/>
              </p:ext>
            </p:extLst>
          </p:nvPr>
        </p:nvGraphicFramePr>
        <p:xfrm>
          <a:off x="838200" y="2131060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119501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22507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Area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Output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402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Data pipeline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Simulated datasets &amp; </a:t>
                      </a:r>
                      <a:r>
                        <a:rPr lang="en-IN" dirty="0" err="1"/>
                        <a:t>BigQuery</a:t>
                      </a:r>
                      <a:r>
                        <a:rPr lang="en-IN" dirty="0"/>
                        <a:t> warehouse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611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Analytics modelling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Skill co-occurrence, segmentation, LTV prediction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485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Market intelligence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Competitor matrix &amp; TAM/SAM/SOM sizing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Dashboards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Job Demand &amp; Segmentation Strategy (Power BI)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399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Product roadmap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Prioritized data-driven feature plan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473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Investor pitch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Insight-driven EDA &amp; PPT appendix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31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73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4846-0E90-9F13-34B2-4587BA59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&amp;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B66F9-A48F-8228-1689-F7A324625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Massive market:</a:t>
            </a:r>
            <a:r>
              <a:rPr lang="en-US" dirty="0"/>
              <a:t> $8.6B TAM with strong growth runway</a:t>
            </a:r>
          </a:p>
          <a:p>
            <a:pPr algn="just"/>
            <a:r>
              <a:rPr lang="en-US" b="1" dirty="0"/>
              <a:t>High-value segments:</a:t>
            </a:r>
            <a:r>
              <a:rPr lang="en-US" dirty="0"/>
              <a:t> One customer segment shows highest LTV &amp; largest user group</a:t>
            </a:r>
          </a:p>
          <a:p>
            <a:pPr algn="just"/>
            <a:r>
              <a:rPr lang="en-US" b="1" dirty="0"/>
              <a:t>Product engagement:</a:t>
            </a:r>
            <a:r>
              <a:rPr lang="en-US" dirty="0"/>
              <a:t> Core segments demonstrate 3×–5× higher event activity</a:t>
            </a:r>
          </a:p>
          <a:p>
            <a:pPr algn="just"/>
            <a:r>
              <a:rPr lang="en-US" b="1" dirty="0"/>
              <a:t>Unit economics strengthening:</a:t>
            </a:r>
            <a:r>
              <a:rPr lang="en-US" dirty="0"/>
              <a:t> Revenue trend diverging from spend</a:t>
            </a:r>
          </a:p>
          <a:p>
            <a:pPr marL="0" indent="0" algn="just">
              <a:buNone/>
            </a:pPr>
            <a:endParaRPr lang="en-US" i="1" dirty="0"/>
          </a:p>
          <a:p>
            <a:pPr marL="0" indent="0" algn="just">
              <a:buNone/>
            </a:pPr>
            <a:r>
              <a:rPr lang="en-US" b="1" i="1" dirty="0"/>
              <a:t>Implication:</a:t>
            </a:r>
            <a:r>
              <a:rPr lang="en-US" b="1" dirty="0"/>
              <a:t> </a:t>
            </a:r>
            <a:r>
              <a:rPr lang="en-US" dirty="0"/>
              <a:t>Clear path to growth and monetization with targeted execution.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818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3CCAC-92EA-76B1-71EB-900ACD9AC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Analytics Dashboards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9E7ECB-F8B3-E13F-DF0C-4CEB4660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89" y="1690688"/>
            <a:ext cx="5373430" cy="32861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4224E4-BD99-124C-04C6-9B743F139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5773511" cy="328619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6E5F9BF9-FDC1-C61D-4E0C-EE3CA3A9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167312"/>
            <a:ext cx="788212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Enabled visibility into hiring trends by skill, role, location, company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Identified segments to prioritize for acquisition + retention strategy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data-driven decision making for product &amp; GTM</a:t>
            </a:r>
          </a:p>
        </p:txBody>
      </p:sp>
    </p:spTree>
    <p:extLst>
      <p:ext uri="{BB962C8B-B14F-4D97-AF65-F5344CB8AC3E}">
        <p14:creationId xmlns:p14="http://schemas.microsoft.com/office/powerpoint/2010/main" val="1239794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20B5-506E-01BB-C2B1-17317C8F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C2FEF-2936-EB23-3C10-F508161B9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🟨 Now (MVP): Role search, heatmap, report export, job alerts</a:t>
            </a:r>
            <a:br>
              <a:rPr lang="en-US" sz="2400" dirty="0"/>
            </a:br>
            <a:r>
              <a:rPr lang="en-US" sz="2400" dirty="0"/>
              <a:t>🟦 Next: Skill insights, company comparison</a:t>
            </a:r>
            <a:br>
              <a:rPr lang="en-US" sz="2400" dirty="0"/>
            </a:br>
            <a:r>
              <a:rPr lang="en-US" sz="2400" dirty="0"/>
              <a:t>🟩 Later: Personalized dashboard, AI recommendations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Pitch takeaway:</a:t>
            </a:r>
            <a:r>
              <a:rPr lang="en-US" sz="2400" dirty="0"/>
              <a:t> Aligns product delivery to revenue potential &amp; highest-LTV segments.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71795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F051-4610-EFB4-5760-B3B52E067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 Learned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2303A8-2B2A-32D6-0D95-9D4EC04C27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26185"/>
            <a:ext cx="994695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Designing end-to-end analytics: data → insights → dashboards → recommendations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Real-world understanding of experimentation, segmentation &amp; investor story building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technical strengths (Python, Power BI,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+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153144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6742-3BB8-5761-14C4-6EDD29C2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Handover &amp; Next Steps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C671B6-E55E-9DA3-163F-0D879C0858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0664551"/>
              </p:ext>
            </p:extLst>
          </p:nvPr>
        </p:nvGraphicFramePr>
        <p:xfrm>
          <a:off x="947928" y="2514600"/>
          <a:ext cx="10515600" cy="1981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565325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17097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solidFill>
                            <a:schemeClr val="tx1"/>
                          </a:solidFill>
                        </a:rPr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169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Deliverables organized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244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Documentation + Readme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561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Dashboards ready to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93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Models reproducible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906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034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344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Office Theme</vt:lpstr>
      <vt:lpstr>Hiring Heatmap – Final Project Handover Presentation </vt:lpstr>
      <vt:lpstr>Project Objective &amp; Scope</vt:lpstr>
      <vt:lpstr>Key Deliverables </vt:lpstr>
      <vt:lpstr>Key Insights &amp; Findings</vt:lpstr>
      <vt:lpstr>Analytics Dashboards</vt:lpstr>
      <vt:lpstr>Product Roadmap</vt:lpstr>
      <vt:lpstr>What I Learned</vt:lpstr>
      <vt:lpstr>Final Handover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R V</dc:creator>
  <cp:lastModifiedBy>Pavan R V</cp:lastModifiedBy>
  <cp:revision>16</cp:revision>
  <dcterms:created xsi:type="dcterms:W3CDTF">2025-12-01T17:32:41Z</dcterms:created>
  <dcterms:modified xsi:type="dcterms:W3CDTF">2025-12-02T08:26:18Z</dcterms:modified>
</cp:coreProperties>
</file>